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8288000" cy="10287000"/>
  <p:notesSz cx="6858000" cy="9144000"/>
  <p:embeddedFontLst>
    <p:embeddedFont>
      <p:font typeface="Aileron Heavy" panose="020B0604020202020204" charset="0"/>
      <p:regular r:id="rId23"/>
    </p:embeddedFont>
    <p:embeddedFont>
      <p:font typeface="Barlow Semi-Bold" panose="020B0604020202020204" charset="0"/>
      <p:regular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Bold" panose="00000800000000000000" charset="0"/>
      <p:regular r:id="rId29"/>
    </p:embeddedFont>
    <p:embeddedFont>
      <p:font typeface="Montserrat Classic" panose="020B0604020202020204" charset="0"/>
      <p:regular r:id="rId30"/>
    </p:embeddedFont>
    <p:embeddedFont>
      <p:font typeface="Montserrat Classic Bold" panose="020B0604020202020204" charset="0"/>
      <p:regular r:id="rId31"/>
    </p:embeddedFont>
    <p:embeddedFont>
      <p:font typeface="Open Sans Bold" panose="020B0604020202020204" charset="0"/>
      <p:regular r:id="rId32"/>
    </p:embeddedFont>
    <p:embeddedFont>
      <p:font typeface="Poppi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svg"/><Relationship Id="rId7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61910" y="3159042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144" y="4821237"/>
            <a:ext cx="15562156" cy="1585026"/>
            <a:chOff x="0" y="0"/>
            <a:chExt cx="20749541" cy="2113368"/>
          </a:xfrm>
        </p:grpSpPr>
        <p:sp>
          <p:nvSpPr>
            <p:cNvPr id="9" name="TextBox 9"/>
            <p:cNvSpPr txBox="1"/>
            <p:nvPr/>
          </p:nvSpPr>
          <p:spPr>
            <a:xfrm>
              <a:off x="0" y="57150"/>
              <a:ext cx="20749541" cy="125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50"/>
                </a:lnSpc>
              </a:pPr>
              <a:r>
                <a:rPr lang="en-US" sz="65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COMMON BEHAVIORAL QUESTIONS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4541" y="1573742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COURSE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68905"/>
            <a:ext cx="15723487" cy="6286356"/>
            <a:chOff x="0" y="0"/>
            <a:chExt cx="20964649" cy="8381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6727" cy="6813855"/>
            </a:xfrm>
            <a:custGeom>
              <a:avLst/>
              <a:gdLst/>
              <a:ahLst/>
              <a:cxnLst/>
              <a:rect l="l" t="t" r="r" b="b"/>
              <a:pathLst>
                <a:path w="13336727" h="6813855">
                  <a:moveTo>
                    <a:pt x="0" y="0"/>
                  </a:moveTo>
                  <a:lnTo>
                    <a:pt x="13336727" y="0"/>
                  </a:lnTo>
                  <a:lnTo>
                    <a:pt x="13336727" y="6813855"/>
                  </a:lnTo>
                  <a:lnTo>
                    <a:pt x="0" y="68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856800" y="402108"/>
              <a:ext cx="5386569" cy="1154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Revise question 3 &amp; 4  lesson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856800" y="2852998"/>
              <a:ext cx="6919625" cy="1154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are you looking for new jobs?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897547" y="5512878"/>
              <a:ext cx="7067101" cy="2868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do you want to join us? What made you choose us but not othercompanies?</a:t>
              </a:r>
            </a:p>
            <a:p>
              <a:pPr algn="l">
                <a:lnSpc>
                  <a:spcPts val="3419"/>
                </a:lnSpc>
              </a:pPr>
              <a:endPara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67982" y="52211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REVISE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63783" y="44584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40982" y="320525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783" y="310358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6382" y="5839732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3783" y="5763465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03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83832" y="967582"/>
              <a:ext cx="4791343" cy="4791343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A0F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629999" y="1825877"/>
              <a:ext cx="3499008" cy="3074753"/>
            </a:xfrm>
            <a:custGeom>
              <a:avLst/>
              <a:gdLst/>
              <a:ahLst/>
              <a:cxnLst/>
              <a:rect l="l" t="t" r="r" b="b"/>
              <a:pathLst>
                <a:path w="3499008" h="3074753">
                  <a:moveTo>
                    <a:pt x="0" y="0"/>
                  </a:moveTo>
                  <a:lnTo>
                    <a:pt x="3499009" y="0"/>
                  </a:lnTo>
                  <a:lnTo>
                    <a:pt x="3499009" y="3074753"/>
                  </a:lnTo>
                  <a:lnTo>
                    <a:pt x="0" y="307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72942" y="553294"/>
            <a:ext cx="15342116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TOPIC: COMMON BAHVIORAL INTERVIEW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66532" y="5851313"/>
          <a:ext cx="11180559" cy="963422"/>
        </p:xfrm>
        <a:graphic>
          <a:graphicData uri="http://schemas.openxmlformats.org/drawingml/2006/table">
            <a:tbl>
              <a:tblPr/>
              <a:tblGrid>
                <a:gridCol w="11180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Tell me about your strengths and weaknesses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540054" y="5977699"/>
            <a:ext cx="795045" cy="7950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18831" y="4290353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your proudest achievement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3 &amp;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0054" y="60612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7209223" y="385566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are you looking for new jobs?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 dirty="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404" y="5416772"/>
            <a:ext cx="15873193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your motivation and career goals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404" y="6359095"/>
            <a:ext cx="15359967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Fit with the role and the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107" y="7298962"/>
            <a:ext cx="15873193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Clarifying any gaps in employment or job hopping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6107" y="8229303"/>
            <a:ext cx="8167829" cy="512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99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Commitment and Stability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5500" y="653208"/>
            <a:ext cx="11510293" cy="69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1"/>
              </a:lnSpc>
              <a:spcBef>
                <a:spcPct val="0"/>
              </a:spcBef>
            </a:pPr>
            <a:r>
              <a:rPr lang="en-US" sz="4199" spc="125">
                <a:solidFill>
                  <a:srgbClr val="00B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STRUCTURING ANSWER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8108" y="2686869"/>
            <a:ext cx="3140305" cy="2747766"/>
            <a:chOff x="0" y="0"/>
            <a:chExt cx="4187073" cy="366368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87073" cy="3663689"/>
              <a:chOff x="0" y="0"/>
              <a:chExt cx="812800" cy="711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8805" y="0"/>
                <a:ext cx="735190" cy="653972"/>
              </a:xfrm>
              <a:custGeom>
                <a:avLst/>
                <a:gdLst/>
                <a:ahLst/>
                <a:cxnLst/>
                <a:rect l="l" t="t" r="r" b="b"/>
                <a:pathLst>
                  <a:path w="735190" h="653972">
                    <a:moveTo>
                      <a:pt x="416521" y="625579"/>
                    </a:moveTo>
                    <a:lnTo>
                      <a:pt x="725069" y="85621"/>
                    </a:lnTo>
                    <a:cubicBezTo>
                      <a:pt x="735190" y="67908"/>
                      <a:pt x="735117" y="46148"/>
                      <a:pt x="724878" y="28504"/>
                    </a:cubicBezTo>
                    <a:cubicBezTo>
                      <a:pt x="714639" y="10859"/>
                      <a:pt x="695781" y="0"/>
                      <a:pt x="675381" y="0"/>
                    </a:cubicBezTo>
                    <a:lnTo>
                      <a:pt x="59809" y="0"/>
                    </a:lnTo>
                    <a:cubicBezTo>
                      <a:pt x="39409" y="0"/>
                      <a:pt x="20551" y="10859"/>
                      <a:pt x="10312" y="28504"/>
                    </a:cubicBezTo>
                    <a:cubicBezTo>
                      <a:pt x="73" y="46148"/>
                      <a:pt x="0" y="67908"/>
                      <a:pt x="10121" y="85621"/>
                    </a:cubicBezTo>
                    <a:lnTo>
                      <a:pt x="318669" y="625579"/>
                    </a:lnTo>
                    <a:cubicBezTo>
                      <a:pt x="328702" y="643137"/>
                      <a:pt x="347373" y="653972"/>
                      <a:pt x="367595" y="653972"/>
                    </a:cubicBezTo>
                    <a:cubicBezTo>
                      <a:pt x="387817" y="653972"/>
                      <a:pt x="406488" y="643137"/>
                      <a:pt x="416521" y="625579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7000" y="-63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837383" y="47279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 dirty="0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STAR method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9195" y="4168008"/>
            <a:ext cx="4947778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Express professional growth</a:t>
            </a: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0202" y="6709519"/>
            <a:ext cx="559525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Align with company values</a:t>
            </a: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26733" y="7977513"/>
            <a:ext cx="503453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3EDAD8"/>
                </a:solidFill>
                <a:latin typeface="Montserrat"/>
                <a:ea typeface="Montserrat"/>
                <a:cs typeface="Montserrat"/>
                <a:sym typeface="Montserrat"/>
              </a:rPr>
              <a:t>Seeking for a better fit</a:t>
            </a: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69519" y="5534862"/>
            <a:ext cx="528589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Emphasize positive change </a:t>
            </a:r>
            <a:endParaRPr lang="en-US" sz="3000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Freeform 12"/>
          <p:cNvSpPr/>
          <p:nvPr/>
        </p:nvSpPr>
        <p:spPr>
          <a:xfrm rot="9892788">
            <a:off x="5660995" y="3787464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7235603">
            <a:off x="6575691" y="5363440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5110810">
            <a:off x="8191770" y="6246487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1268241">
            <a:off x="9932135" y="476389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72E9DBCE-C104-C092-29C3-0F3384508182}"/>
              </a:ext>
            </a:extLst>
          </p:cNvPr>
          <p:cNvSpPr/>
          <p:nvPr/>
        </p:nvSpPr>
        <p:spPr>
          <a:xfrm rot="734752">
            <a:off x="10718895" y="3623934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0FBCC74D-2162-13E2-3C05-EDAE04F0DC63}"/>
              </a:ext>
            </a:extLst>
          </p:cNvPr>
          <p:cNvSpPr txBox="1"/>
          <p:nvPr/>
        </p:nvSpPr>
        <p:spPr>
          <a:xfrm>
            <a:off x="13335000" y="4015362"/>
            <a:ext cx="528589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00B9EF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5500" y="653208"/>
            <a:ext cx="11510293" cy="69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1"/>
              </a:lnSpc>
              <a:spcBef>
                <a:spcPct val="0"/>
              </a:spcBef>
            </a:pPr>
            <a:r>
              <a:rPr lang="en-US" sz="4199" spc="125">
                <a:solidFill>
                  <a:srgbClr val="00B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STRUCTURING ANSWER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8108" y="2686869"/>
            <a:ext cx="3140305" cy="2747766"/>
            <a:chOff x="0" y="0"/>
            <a:chExt cx="4187073" cy="366368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87073" cy="3663689"/>
              <a:chOff x="0" y="0"/>
              <a:chExt cx="812800" cy="711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8805" y="0"/>
                <a:ext cx="735190" cy="653972"/>
              </a:xfrm>
              <a:custGeom>
                <a:avLst/>
                <a:gdLst/>
                <a:ahLst/>
                <a:cxnLst/>
                <a:rect l="l" t="t" r="r" b="b"/>
                <a:pathLst>
                  <a:path w="735190" h="653972">
                    <a:moveTo>
                      <a:pt x="416521" y="625579"/>
                    </a:moveTo>
                    <a:lnTo>
                      <a:pt x="725069" y="85621"/>
                    </a:lnTo>
                    <a:cubicBezTo>
                      <a:pt x="735190" y="67908"/>
                      <a:pt x="735117" y="46148"/>
                      <a:pt x="724878" y="28504"/>
                    </a:cubicBezTo>
                    <a:cubicBezTo>
                      <a:pt x="714639" y="10859"/>
                      <a:pt x="695781" y="0"/>
                      <a:pt x="675381" y="0"/>
                    </a:cubicBezTo>
                    <a:lnTo>
                      <a:pt x="59809" y="0"/>
                    </a:lnTo>
                    <a:cubicBezTo>
                      <a:pt x="39409" y="0"/>
                      <a:pt x="20551" y="10859"/>
                      <a:pt x="10312" y="28504"/>
                    </a:cubicBezTo>
                    <a:cubicBezTo>
                      <a:pt x="73" y="46148"/>
                      <a:pt x="0" y="67908"/>
                      <a:pt x="10121" y="85621"/>
                    </a:cubicBezTo>
                    <a:lnTo>
                      <a:pt x="318669" y="625579"/>
                    </a:lnTo>
                    <a:cubicBezTo>
                      <a:pt x="328702" y="643137"/>
                      <a:pt x="347373" y="653972"/>
                      <a:pt x="367595" y="653972"/>
                    </a:cubicBezTo>
                    <a:cubicBezTo>
                      <a:pt x="387817" y="653972"/>
                      <a:pt x="406488" y="643137"/>
                      <a:pt x="416521" y="625579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7000" y="-63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837383" y="47279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STAR method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9195" y="4168008"/>
            <a:ext cx="4947778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 = Situation.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Introduce your role at the previous compamny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24410" y="7558710"/>
            <a:ext cx="5595258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T = Task: 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how and what make you want to find a new job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38874" y="7558710"/>
            <a:ext cx="5034533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3EDAD8"/>
                </a:solidFill>
                <a:latin typeface="Montserrat"/>
                <a:ea typeface="Montserrat"/>
                <a:cs typeface="Montserrat"/>
                <a:sym typeface="Montserrat"/>
              </a:rPr>
              <a:t>A = Action: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Describe how/ what you have been done to prepare for the new role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02913" y="3748975"/>
            <a:ext cx="5285892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R = Result: </a:t>
            </a: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you can contribute to the company/ role and on reverse</a:t>
            </a:r>
          </a:p>
        </p:txBody>
      </p:sp>
      <p:sp>
        <p:nvSpPr>
          <p:cNvPr id="12" name="Freeform 12"/>
          <p:cNvSpPr/>
          <p:nvPr/>
        </p:nvSpPr>
        <p:spPr>
          <a:xfrm rot="9892788">
            <a:off x="5640801" y="409577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7235603">
            <a:off x="6726303" y="5943084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4161479">
            <a:off x="9444723" y="5914306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1268241">
            <a:off x="10309639" y="409577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5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8630" y="2127795"/>
            <a:ext cx="16275958" cy="728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Worked as a Backend Developer at XYZ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I've had the opportunity to work on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various backend services, particularly focusing on optimizing our database queries and improving overall system performance for our e-commerce platform.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I’ve been able to contribute significantly in this capacity,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feel I’m no longer as challenged as I’d like to be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I’m eager to take on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more complex systems, such as working with microservices architectures, cloud infrastructure, and scalable backend solutions.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I’m looking for a new role that provides opportunities to dive deeper into 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areas and work on projects that push the boundaries of what I’ve done so far.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51514" y="1853048"/>
            <a:ext cx="16217952" cy="8404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To make sure I’m prepared for this kind of role, I’ve proactively worked on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improving my skills.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For example,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I’ve completed a certification in AWS to better understand cloud-based architectures, and I’ve been experimenting with microservices in my personal projects.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Additionally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I’ve been involved in several cross-team collaborations at work, where I helped integrate new API services.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believe this role at XYZ will offer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exactly the challenges I’m looking for, especially with your focus on building out a microservices infrastructure or expanding into cloud-based solutions. I’m confident that my background in system optimization, along with my growing skills in cloud and microservices, will </a:t>
            </a:r>
            <a:r>
              <a:rPr lang="en-US" sz="32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allow me to make valuable contributions to your team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7974" y="1877104"/>
            <a:ext cx="17416744" cy="1019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In my current role at XYZ, I’ve been responsible for maintaining and optimizing the backend of our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[project/system]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 Over the past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[X years/months]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I’ve had the opportunity to improve system performance and implement [Task].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[Current Company]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I’ve been working as a Backend Developer, mainly focusing on........................................ One of the major projects I’ve contributed to is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[significant project]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in which I gained a great learning experience.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I’ve learned a lot in my current role, I’m beginning to feel that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I’m not being challenged enough/ reasons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 areas I want to grow. Specifically, I’m looking for more opportunities to work with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[new technology/skill you want to develop]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I’m at a point in my career where I’m eager to take on more complex problems, particularly [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specific task/technology]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I am looking for a role where I can contribute my skills effectively and thrive in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[skills/ fields]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460" y="50607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644664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35628" y="1679254"/>
            <a:ext cx="17416744" cy="790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o prepare for the role, I’ve been learning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new skills, tools, or certifications]. </a:t>
            </a: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I’ve also taken on additional responsibilities, such as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[leadership task, mentoring junior developers]</a:t>
            </a: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to gain experience in areas I’m passionate about.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I’ve also worked on several side projects, including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any personal project]</a:t>
            </a: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where I’ve been able to experiment with [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specific tech or architecture]. </a:t>
            </a:r>
            <a:r>
              <a:rPr lang="en-US" sz="27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I’ve really enjoyed this and feel ready to apply these skills in a more professional/ challenge setting.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I’m really excited about this opportunity at XYZ because it match perfectly with my desire to work on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[field].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believe that my background in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[relevant skills/technologies]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will allow me to contribute to your team’s success, while also continuing to develop in the areas I’m passionate about.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role excites me because it offers the chance to work with................. I believe my experience with </a:t>
            </a:r>
            <a:r>
              <a:rPr lang="en-US" sz="2799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[relevant technologies or systems]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will allow me to make a strong impact and continue to grow as a Backend Developer in the way I’m aiming for.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668" y="1479263"/>
            <a:ext cx="14110937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“Why are you looking for new jobs?”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97653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75663" y="2014304"/>
            <a:ext cx="15840358" cy="595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9"/>
              </a:lnSpc>
            </a:pPr>
            <a:endParaRPr/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What’s motivating your job search right now?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do you want to leave your current company?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do you feel it’s time for a change?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are you hoping to achieve with your next job?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are the key factors that will influence your decision to leave your current job?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935311" y="2505665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64885" y="2310462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do you want to join us? What made you choose us but not other companies?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3827" y="6020169"/>
            <a:ext cx="14090970" cy="158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assess motivation, evaluate cultural fit, understand research efforts, get the differentiation from other candidates and explore career aspirations.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8190462" y="4507920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7"/>
                </a:lnTo>
                <a:lnTo>
                  <a:pt x="0" y="58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alt text provided for this image">
            <a:extLst>
              <a:ext uri="{FF2B5EF4-FFF2-40B4-BE49-F238E27FC236}">
                <a16:creationId xmlns:a16="http://schemas.microsoft.com/office/drawing/2014/main" id="{40704265-73CE-6C45-A98F-FF5A6F81B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776288"/>
            <a:ext cx="14249400" cy="873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9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  <p:sp>
        <p:nvSpPr>
          <p:cNvPr id="3" name="Freeform 3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628227" y="1880834"/>
            <a:ext cx="6919847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Express your personal passion for the employer’s product/service/mission.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7298" y="7003023"/>
            <a:ext cx="6611328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Describe how you can see yourself succeeding in the role, given your skills and experience.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399448" y="6598833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4"/>
                </a:lnTo>
                <a:lnTo>
                  <a:pt x="0" y="1834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305493" y="5253069"/>
            <a:ext cx="2497827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375636" y="1792259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5"/>
                </a:lnTo>
                <a:lnTo>
                  <a:pt x="0" y="1834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886022" y="5297247"/>
            <a:ext cx="2031218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333333" y="4226383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4"/>
                </a:lnTo>
                <a:lnTo>
                  <a:pt x="0" y="1834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 flipV="1">
            <a:off x="7803320" y="2520091"/>
            <a:ext cx="14287" cy="5311475"/>
          </a:xfrm>
          <a:prstGeom prst="line">
            <a:avLst/>
          </a:prstGeom>
          <a:ln w="28575" cap="flat">
            <a:solidFill>
              <a:srgbClr val="3C5679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817608" y="7764508"/>
            <a:ext cx="1740915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8848907" y="4476418"/>
            <a:ext cx="1537008" cy="1392690"/>
            <a:chOff x="0" y="0"/>
            <a:chExt cx="2550919" cy="2311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33232" y="7112550"/>
            <a:ext cx="1537008" cy="1392690"/>
            <a:chOff x="0" y="0"/>
            <a:chExt cx="2550919" cy="2311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49BFB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7803320" y="2534378"/>
            <a:ext cx="2031218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8766206" y="1838033"/>
            <a:ext cx="1537008" cy="1392690"/>
            <a:chOff x="0" y="0"/>
            <a:chExt cx="2550919" cy="2311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9054888" y="2092935"/>
            <a:ext cx="1048294" cy="991948"/>
          </a:xfrm>
          <a:custGeom>
            <a:avLst/>
            <a:gdLst/>
            <a:ahLst/>
            <a:cxnLst/>
            <a:rect l="l" t="t" r="r" b="b"/>
            <a:pathLst>
              <a:path w="1048294" h="991948">
                <a:moveTo>
                  <a:pt x="0" y="0"/>
                </a:moveTo>
                <a:lnTo>
                  <a:pt x="1048294" y="0"/>
                </a:lnTo>
                <a:lnTo>
                  <a:pt x="1048294" y="991948"/>
                </a:lnTo>
                <a:lnTo>
                  <a:pt x="0" y="991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200324" y="4649916"/>
            <a:ext cx="922825" cy="1045694"/>
          </a:xfrm>
          <a:custGeom>
            <a:avLst/>
            <a:gdLst/>
            <a:ahLst/>
            <a:cxnLst/>
            <a:rect l="l" t="t" r="r" b="b"/>
            <a:pathLst>
              <a:path w="922825" h="1045694">
                <a:moveTo>
                  <a:pt x="0" y="0"/>
                </a:moveTo>
                <a:lnTo>
                  <a:pt x="922825" y="0"/>
                </a:lnTo>
                <a:lnTo>
                  <a:pt x="922825" y="1045694"/>
                </a:lnTo>
                <a:lnTo>
                  <a:pt x="0" y="10456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006974" y="7275688"/>
            <a:ext cx="1078176" cy="1066414"/>
          </a:xfrm>
          <a:custGeom>
            <a:avLst/>
            <a:gdLst/>
            <a:ahLst/>
            <a:cxnLst/>
            <a:rect l="l" t="t" r="r" b="b"/>
            <a:pathLst>
              <a:path w="1078176" h="1066414">
                <a:moveTo>
                  <a:pt x="0" y="0"/>
                </a:moveTo>
                <a:lnTo>
                  <a:pt x="1078175" y="0"/>
                </a:lnTo>
                <a:lnTo>
                  <a:pt x="1078175" y="1066414"/>
                </a:lnTo>
                <a:lnTo>
                  <a:pt x="0" y="1066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0994381" y="4763254"/>
            <a:ext cx="6553693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 why you would enjoy the responsibilities of the role.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1600" y="4573839"/>
            <a:ext cx="3933893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b="1" dirty="0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sz="42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42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sz="4200" b="1" dirty="0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sz="4200" b="1" dirty="0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FORMAT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33895" y="6089192"/>
            <a:ext cx="4338123" cy="42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dirty="0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tip: Be specific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9" grpId="0" animBg="1"/>
      <p:bldP spid="11" grpId="0" animBg="1"/>
      <p:bldP spid="12" grpId="0" animBg="1"/>
      <p:bldP spid="17" grpId="0" animBg="1"/>
      <p:bldP spid="20" grpId="0" animBg="1"/>
      <p:bldP spid="22" grpId="0" animBg="1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1992" y="2227450"/>
            <a:ext cx="16856018" cy="696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5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199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want to join Amazon as a backend developer because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see it as a unique opportunity to work on innovative technologies that impact millions of users globally.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With my background in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software development and experience in building scalable systems, I believe I can contribute significantly to your team.</a:t>
            </a:r>
          </a:p>
          <a:p>
            <a:pPr algn="just">
              <a:lnSpc>
                <a:spcPts val="4199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199"/>
              </a:lnSpc>
            </a:pPr>
            <a:r>
              <a:rPr lang="en-US" sz="35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199"/>
              </a:lnSpc>
            </a:pP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My goal is to leverage my skills in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backend development to enhance system performance and reliability, especially in a fast-paced environment like Amazon, where speed and efficiency are crucial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7681" y="432369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594397" y="150759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5991" y="2324100"/>
            <a:ext cx="16856018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35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</a:p>
          <a:p>
            <a:pPr algn="just">
              <a:lnSpc>
                <a:spcPts val="3779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thrive in 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data-driven environments, and I’m excited about Amazon’s commitment to using data to inform decisions. In my previous role,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implemented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microservices architecture that improved system scalability and reduced downtime by 30%.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 enjoy collaborating with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cross-functional teams to design APIs that deliver seamless user experiences.</a:t>
            </a:r>
          </a:p>
          <a:p>
            <a:pPr algn="just">
              <a:lnSpc>
                <a:spcPts val="3779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779"/>
              </a:lnSpc>
            </a:pPr>
            <a:r>
              <a:rPr lang="en-US" sz="35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</a:p>
          <a:p>
            <a:pPr algn="just">
              <a:lnSpc>
                <a:spcPts val="3779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By joining Amazon, I would have the chance to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work on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cutting-edge projects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that align with my passion for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technology and innovation. I am eager to contribute to a company that values both customer obsession and technical excellence, ultimately helping to create robust solutions for users worldwide."</a:t>
            </a:r>
          </a:p>
          <a:p>
            <a:pPr algn="just">
              <a:lnSpc>
                <a:spcPts val="3779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1200" y="487023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57200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14208" y="1403357"/>
            <a:ext cx="16856018" cy="911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AA0F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 want to join XYZ as a backend developer because ………………….. With my background in </a:t>
            </a:r>
            <a:r>
              <a:rPr lang="en-US" sz="3200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[skills/ positions].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I've been following your company’s growth and initiatives, particularly in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[specific area or project].</a:t>
            </a:r>
          </a:p>
          <a:p>
            <a:pPr marL="323847" lvl="1" algn="l">
              <a:lnSpc>
                <a:spcPts val="4199"/>
              </a:lnSpc>
            </a:pPr>
            <a:r>
              <a:rPr lang="en-US" sz="2999" b="1" dirty="0">
                <a:solidFill>
                  <a:srgbClr val="AA0F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My goal is to leverage my skills in 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responsibility]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realized that I want to expand my skills in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[specific area] 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and take on more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[skills].</a:t>
            </a:r>
          </a:p>
          <a:p>
            <a:pPr marL="323847" lvl="1"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thrive in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[skills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]...................</a:t>
            </a:r>
            <a:r>
              <a:rPr lang="en-US" sz="3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I’m excited about XYZ’s commitment to </a:t>
            </a:r>
            <a:r>
              <a:rPr lang="en-US" sz="3200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[XYZ’s outstanding aspects]</a:t>
            </a:r>
            <a:endParaRPr lang="en-US" sz="2999" dirty="0">
              <a:solidFill>
                <a:srgbClr val="92D0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leveraged my strength in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[strength]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by ...................................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By joining XYZ, I would have the chance to work on [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fields/ skills]   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that align with my passion for …………………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Joining your team would allow me to align my work with my values while contributing to </a:t>
            </a:r>
            <a:r>
              <a:rPr lang="en-US" sz="2999" dirty="0">
                <a:solidFill>
                  <a:srgbClr val="92D050"/>
                </a:solidFill>
                <a:latin typeface="Montserrat"/>
                <a:ea typeface="Montserrat"/>
                <a:cs typeface="Montserrat"/>
                <a:sym typeface="Montserrat"/>
              </a:rPr>
              <a:t>[specific skills/ fields]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668" y="1479263"/>
            <a:ext cx="13805261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“Why do you want to join us? What made you choose us but not other companies?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97653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96367" y="2916402"/>
            <a:ext cx="14909458" cy="595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interests you about working for our company specifically?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Why did you decide to apply to our organization rather than others?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attracted you to this position at our company?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why you believe our company is the right fit for you?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sets our company apart from others you considered?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Why do you think you would thrive at our organization?</a:t>
            </a:r>
          </a:p>
          <a:p>
            <a:pPr algn="l">
              <a:lnSpc>
                <a:spcPts val="6899"/>
              </a:lnSpc>
            </a:pPr>
            <a:endParaRPr lang="en-US" sz="2999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3279" y="2370922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9" y="0"/>
                </a:lnTo>
                <a:lnTo>
                  <a:pt x="4417379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1440</Words>
  <Application>Microsoft Office PowerPoint</Application>
  <PresentationFormat>Custom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Aileron Heavy</vt:lpstr>
      <vt:lpstr>Open Sans Bold</vt:lpstr>
      <vt:lpstr>Montserrat</vt:lpstr>
      <vt:lpstr>Poppins Bold</vt:lpstr>
      <vt:lpstr>Montserrat Bold</vt:lpstr>
      <vt:lpstr>Montserrat Classic</vt:lpstr>
      <vt:lpstr>Arial</vt:lpstr>
      <vt:lpstr>Calibri</vt:lpstr>
      <vt:lpstr>Barlow Semi-Bold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3</dc:title>
  <cp:lastModifiedBy>Truyen Le</cp:lastModifiedBy>
  <cp:revision>4</cp:revision>
  <dcterms:created xsi:type="dcterms:W3CDTF">2006-08-16T00:00:00Z</dcterms:created>
  <dcterms:modified xsi:type="dcterms:W3CDTF">2025-09-22T16:48:06Z</dcterms:modified>
  <dc:identifier>DAGZPcgq9IE</dc:identifier>
</cp:coreProperties>
</file>